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7" d="100"/>
          <a:sy n="87" d="100"/>
        </p:scale>
        <p:origin x="80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97C3EC-6EA6-464E-9399-3B72A910790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88EEB0D-91AA-4A91-9065-8C05F640FF28}">
      <dgm:prSet/>
      <dgm:spPr/>
      <dgm:t>
        <a:bodyPr/>
        <a:lstStyle/>
        <a:p>
          <a:r>
            <a:rPr lang="hr-HR"/>
            <a:t>Uvod</a:t>
          </a:r>
          <a:endParaRPr lang="en-US"/>
        </a:p>
      </dgm:t>
    </dgm:pt>
    <dgm:pt modelId="{4F10B981-235A-4761-B40C-A57FB6428BFE}" type="parTrans" cxnId="{211A61B1-3F63-447D-94C2-47D205A10A8C}">
      <dgm:prSet/>
      <dgm:spPr/>
      <dgm:t>
        <a:bodyPr/>
        <a:lstStyle/>
        <a:p>
          <a:endParaRPr lang="en-US"/>
        </a:p>
      </dgm:t>
    </dgm:pt>
    <dgm:pt modelId="{AED3FF06-9C28-4AE0-BD49-C85B2A4A1089}" type="sibTrans" cxnId="{211A61B1-3F63-447D-94C2-47D205A10A8C}">
      <dgm:prSet/>
      <dgm:spPr/>
      <dgm:t>
        <a:bodyPr/>
        <a:lstStyle/>
        <a:p>
          <a:endParaRPr lang="en-US"/>
        </a:p>
      </dgm:t>
    </dgm:pt>
    <dgm:pt modelId="{41AF5E4F-80CD-46F0-8A18-10E7D3780513}">
      <dgm:prSet/>
      <dgm:spPr/>
      <dgm:t>
        <a:bodyPr/>
        <a:lstStyle/>
        <a:p>
          <a:r>
            <a:rPr lang="hr-HR"/>
            <a:t>Postojeća rješenja</a:t>
          </a:r>
          <a:endParaRPr lang="en-US"/>
        </a:p>
      </dgm:t>
    </dgm:pt>
    <dgm:pt modelId="{6C8C8756-E41E-47CD-9773-CE1798FF1FEB}" type="parTrans" cxnId="{879CD041-EC4E-4B1C-A393-837A9CC110FA}">
      <dgm:prSet/>
      <dgm:spPr/>
      <dgm:t>
        <a:bodyPr/>
        <a:lstStyle/>
        <a:p>
          <a:endParaRPr lang="en-US"/>
        </a:p>
      </dgm:t>
    </dgm:pt>
    <dgm:pt modelId="{3C6CD9EC-8D73-4A75-BB3F-4E1B363F12CB}" type="sibTrans" cxnId="{879CD041-EC4E-4B1C-A393-837A9CC110FA}">
      <dgm:prSet/>
      <dgm:spPr/>
      <dgm:t>
        <a:bodyPr/>
        <a:lstStyle/>
        <a:p>
          <a:endParaRPr lang="en-US"/>
        </a:p>
      </dgm:t>
    </dgm:pt>
    <dgm:pt modelId="{BF14F518-6707-494E-A0FB-52625D14AD5F}">
      <dgm:prSet/>
      <dgm:spPr/>
      <dgm:t>
        <a:bodyPr/>
        <a:lstStyle/>
        <a:p>
          <a:r>
            <a:rPr lang="hr-HR"/>
            <a:t>Implementacija</a:t>
          </a:r>
          <a:endParaRPr lang="en-US"/>
        </a:p>
      </dgm:t>
    </dgm:pt>
    <dgm:pt modelId="{6F9C5078-1115-490B-893E-41AFFD40A392}" type="parTrans" cxnId="{235664DB-5C2B-44FC-A96A-F423F411EE88}">
      <dgm:prSet/>
      <dgm:spPr/>
      <dgm:t>
        <a:bodyPr/>
        <a:lstStyle/>
        <a:p>
          <a:endParaRPr lang="en-US"/>
        </a:p>
      </dgm:t>
    </dgm:pt>
    <dgm:pt modelId="{2815F6E6-AE47-4FEE-9467-CB577593CFBE}" type="sibTrans" cxnId="{235664DB-5C2B-44FC-A96A-F423F411EE88}">
      <dgm:prSet/>
      <dgm:spPr/>
      <dgm:t>
        <a:bodyPr/>
        <a:lstStyle/>
        <a:p>
          <a:endParaRPr lang="en-US"/>
        </a:p>
      </dgm:t>
    </dgm:pt>
    <dgm:pt modelId="{B036BF2A-BEFB-4B6E-826E-70BBCB033194}">
      <dgm:prSet/>
      <dgm:spPr/>
      <dgm:t>
        <a:bodyPr/>
        <a:lstStyle/>
        <a:p>
          <a:r>
            <a:rPr lang="hr-HR"/>
            <a:t>Rezultati</a:t>
          </a:r>
          <a:endParaRPr lang="en-US"/>
        </a:p>
      </dgm:t>
    </dgm:pt>
    <dgm:pt modelId="{30928A31-06AA-47A7-9EB6-53B1D7324FE6}" type="parTrans" cxnId="{A24D40F2-C5BB-406E-9BD8-61E15F5DD480}">
      <dgm:prSet/>
      <dgm:spPr/>
      <dgm:t>
        <a:bodyPr/>
        <a:lstStyle/>
        <a:p>
          <a:endParaRPr lang="en-US"/>
        </a:p>
      </dgm:t>
    </dgm:pt>
    <dgm:pt modelId="{FC27A2ED-2FFD-4883-960F-F651DF2B83BA}" type="sibTrans" cxnId="{A24D40F2-C5BB-406E-9BD8-61E15F5DD480}">
      <dgm:prSet/>
      <dgm:spPr/>
      <dgm:t>
        <a:bodyPr/>
        <a:lstStyle/>
        <a:p>
          <a:endParaRPr lang="en-US"/>
        </a:p>
      </dgm:t>
    </dgm:pt>
    <dgm:pt modelId="{13104E21-AA01-457D-8376-3844193B6F57}">
      <dgm:prSet/>
      <dgm:spPr/>
      <dgm:t>
        <a:bodyPr/>
        <a:lstStyle/>
        <a:p>
          <a:r>
            <a:rPr lang="hr-HR"/>
            <a:t>Zaključak</a:t>
          </a:r>
          <a:endParaRPr lang="en-US"/>
        </a:p>
      </dgm:t>
    </dgm:pt>
    <dgm:pt modelId="{68A76281-0B8F-4335-85C3-1D0D23AFDC4B}" type="parTrans" cxnId="{CFFA4EA2-DEDC-4419-8C00-88F0AE748119}">
      <dgm:prSet/>
      <dgm:spPr/>
      <dgm:t>
        <a:bodyPr/>
        <a:lstStyle/>
        <a:p>
          <a:endParaRPr lang="en-US"/>
        </a:p>
      </dgm:t>
    </dgm:pt>
    <dgm:pt modelId="{03C16ECC-EDD7-4953-9ABD-9308CE24B786}" type="sibTrans" cxnId="{CFFA4EA2-DEDC-4419-8C00-88F0AE748119}">
      <dgm:prSet/>
      <dgm:spPr/>
      <dgm:t>
        <a:bodyPr/>
        <a:lstStyle/>
        <a:p>
          <a:endParaRPr lang="en-US"/>
        </a:p>
      </dgm:t>
    </dgm:pt>
    <dgm:pt modelId="{69D6C1AA-8500-471A-87E6-0C22B6C51775}" type="pres">
      <dgm:prSet presAssocID="{6A97C3EC-6EA6-464E-9399-3B72A9107909}" presName="linear" presStyleCnt="0">
        <dgm:presLayoutVars>
          <dgm:animLvl val="lvl"/>
          <dgm:resizeHandles val="exact"/>
        </dgm:presLayoutVars>
      </dgm:prSet>
      <dgm:spPr/>
    </dgm:pt>
    <dgm:pt modelId="{306C77EF-2BAC-4323-8058-F394C8145E89}" type="pres">
      <dgm:prSet presAssocID="{188EEB0D-91AA-4A91-9065-8C05F640FF2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4D6A272-01FC-40AA-ADF0-E3BD19FECF94}" type="pres">
      <dgm:prSet presAssocID="{AED3FF06-9C28-4AE0-BD49-C85B2A4A1089}" presName="spacer" presStyleCnt="0"/>
      <dgm:spPr/>
    </dgm:pt>
    <dgm:pt modelId="{F56E24B5-CBC5-4A95-B4E2-0E881E2A7A3C}" type="pres">
      <dgm:prSet presAssocID="{41AF5E4F-80CD-46F0-8A18-10E7D378051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B637219-88C5-4AC6-BEE1-BCF88A26AA9E}" type="pres">
      <dgm:prSet presAssocID="{3C6CD9EC-8D73-4A75-BB3F-4E1B363F12CB}" presName="spacer" presStyleCnt="0"/>
      <dgm:spPr/>
    </dgm:pt>
    <dgm:pt modelId="{88A258C9-5D52-4141-9877-742CD7BF6AFD}" type="pres">
      <dgm:prSet presAssocID="{BF14F518-6707-494E-A0FB-52625D14AD5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F9F2F60-D70F-4263-A8CA-EEFF6407F457}" type="pres">
      <dgm:prSet presAssocID="{2815F6E6-AE47-4FEE-9467-CB577593CFBE}" presName="spacer" presStyleCnt="0"/>
      <dgm:spPr/>
    </dgm:pt>
    <dgm:pt modelId="{CF13BC6F-93D4-441C-9482-D2A726E1CEC2}" type="pres">
      <dgm:prSet presAssocID="{B036BF2A-BEFB-4B6E-826E-70BBCB03319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E817901-A381-4E1E-8E3B-0563EBFFB03D}" type="pres">
      <dgm:prSet presAssocID="{FC27A2ED-2FFD-4883-960F-F651DF2B83BA}" presName="spacer" presStyleCnt="0"/>
      <dgm:spPr/>
    </dgm:pt>
    <dgm:pt modelId="{CD637752-E58F-4D64-B61C-7B280D4BF225}" type="pres">
      <dgm:prSet presAssocID="{13104E21-AA01-457D-8376-3844193B6F5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520DB09-DD78-4359-969B-6000CB939167}" type="presOf" srcId="{41AF5E4F-80CD-46F0-8A18-10E7D3780513}" destId="{F56E24B5-CBC5-4A95-B4E2-0E881E2A7A3C}" srcOrd="0" destOrd="0" presId="urn:microsoft.com/office/officeart/2005/8/layout/vList2"/>
    <dgm:cxn modelId="{9A40F533-342B-4687-AFAD-F4C3DA2659B5}" type="presOf" srcId="{BF14F518-6707-494E-A0FB-52625D14AD5F}" destId="{88A258C9-5D52-4141-9877-742CD7BF6AFD}" srcOrd="0" destOrd="0" presId="urn:microsoft.com/office/officeart/2005/8/layout/vList2"/>
    <dgm:cxn modelId="{879CD041-EC4E-4B1C-A393-837A9CC110FA}" srcId="{6A97C3EC-6EA6-464E-9399-3B72A9107909}" destId="{41AF5E4F-80CD-46F0-8A18-10E7D3780513}" srcOrd="1" destOrd="0" parTransId="{6C8C8756-E41E-47CD-9773-CE1798FF1FEB}" sibTransId="{3C6CD9EC-8D73-4A75-BB3F-4E1B363F12CB}"/>
    <dgm:cxn modelId="{267E59A1-D521-482E-A0AD-F26225A7A1BA}" type="presOf" srcId="{188EEB0D-91AA-4A91-9065-8C05F640FF28}" destId="{306C77EF-2BAC-4323-8058-F394C8145E89}" srcOrd="0" destOrd="0" presId="urn:microsoft.com/office/officeart/2005/8/layout/vList2"/>
    <dgm:cxn modelId="{CFFA4EA2-DEDC-4419-8C00-88F0AE748119}" srcId="{6A97C3EC-6EA6-464E-9399-3B72A9107909}" destId="{13104E21-AA01-457D-8376-3844193B6F57}" srcOrd="4" destOrd="0" parTransId="{68A76281-0B8F-4335-85C3-1D0D23AFDC4B}" sibTransId="{03C16ECC-EDD7-4953-9ABD-9308CE24B786}"/>
    <dgm:cxn modelId="{3A54E3A7-867D-4E2F-98BB-CB27D9F0ACFB}" type="presOf" srcId="{13104E21-AA01-457D-8376-3844193B6F57}" destId="{CD637752-E58F-4D64-B61C-7B280D4BF225}" srcOrd="0" destOrd="0" presId="urn:microsoft.com/office/officeart/2005/8/layout/vList2"/>
    <dgm:cxn modelId="{211A61B1-3F63-447D-94C2-47D205A10A8C}" srcId="{6A97C3EC-6EA6-464E-9399-3B72A9107909}" destId="{188EEB0D-91AA-4A91-9065-8C05F640FF28}" srcOrd="0" destOrd="0" parTransId="{4F10B981-235A-4761-B40C-A57FB6428BFE}" sibTransId="{AED3FF06-9C28-4AE0-BD49-C85B2A4A1089}"/>
    <dgm:cxn modelId="{F03C68CF-9719-4C54-854D-87BA1D573821}" type="presOf" srcId="{B036BF2A-BEFB-4B6E-826E-70BBCB033194}" destId="{CF13BC6F-93D4-441C-9482-D2A726E1CEC2}" srcOrd="0" destOrd="0" presId="urn:microsoft.com/office/officeart/2005/8/layout/vList2"/>
    <dgm:cxn modelId="{221B27D0-D0E2-49C5-8AD8-7C313A376D8E}" type="presOf" srcId="{6A97C3EC-6EA6-464E-9399-3B72A9107909}" destId="{69D6C1AA-8500-471A-87E6-0C22B6C51775}" srcOrd="0" destOrd="0" presId="urn:microsoft.com/office/officeart/2005/8/layout/vList2"/>
    <dgm:cxn modelId="{235664DB-5C2B-44FC-A96A-F423F411EE88}" srcId="{6A97C3EC-6EA6-464E-9399-3B72A9107909}" destId="{BF14F518-6707-494E-A0FB-52625D14AD5F}" srcOrd="2" destOrd="0" parTransId="{6F9C5078-1115-490B-893E-41AFFD40A392}" sibTransId="{2815F6E6-AE47-4FEE-9467-CB577593CFBE}"/>
    <dgm:cxn modelId="{A24D40F2-C5BB-406E-9BD8-61E15F5DD480}" srcId="{6A97C3EC-6EA6-464E-9399-3B72A9107909}" destId="{B036BF2A-BEFB-4B6E-826E-70BBCB033194}" srcOrd="3" destOrd="0" parTransId="{30928A31-06AA-47A7-9EB6-53B1D7324FE6}" sibTransId="{FC27A2ED-2FFD-4883-960F-F651DF2B83BA}"/>
    <dgm:cxn modelId="{3BEB1880-DBB2-4753-96BD-84F1EDBADEB2}" type="presParOf" srcId="{69D6C1AA-8500-471A-87E6-0C22B6C51775}" destId="{306C77EF-2BAC-4323-8058-F394C8145E89}" srcOrd="0" destOrd="0" presId="urn:microsoft.com/office/officeart/2005/8/layout/vList2"/>
    <dgm:cxn modelId="{6A1AFD1B-5521-4DF7-9ED2-E0824B4C7E3F}" type="presParOf" srcId="{69D6C1AA-8500-471A-87E6-0C22B6C51775}" destId="{C4D6A272-01FC-40AA-ADF0-E3BD19FECF94}" srcOrd="1" destOrd="0" presId="urn:microsoft.com/office/officeart/2005/8/layout/vList2"/>
    <dgm:cxn modelId="{F21345FA-A020-46E2-B51D-5D4A3D2B2571}" type="presParOf" srcId="{69D6C1AA-8500-471A-87E6-0C22B6C51775}" destId="{F56E24B5-CBC5-4A95-B4E2-0E881E2A7A3C}" srcOrd="2" destOrd="0" presId="urn:microsoft.com/office/officeart/2005/8/layout/vList2"/>
    <dgm:cxn modelId="{D58863D0-1EB2-4248-B125-7AFD06B94434}" type="presParOf" srcId="{69D6C1AA-8500-471A-87E6-0C22B6C51775}" destId="{BB637219-88C5-4AC6-BEE1-BCF88A26AA9E}" srcOrd="3" destOrd="0" presId="urn:microsoft.com/office/officeart/2005/8/layout/vList2"/>
    <dgm:cxn modelId="{D62EB2D0-3E69-494A-A58E-D067346FA2A0}" type="presParOf" srcId="{69D6C1AA-8500-471A-87E6-0C22B6C51775}" destId="{88A258C9-5D52-4141-9877-742CD7BF6AFD}" srcOrd="4" destOrd="0" presId="urn:microsoft.com/office/officeart/2005/8/layout/vList2"/>
    <dgm:cxn modelId="{D810E703-38B3-4A4D-A4B8-AFBCE43BEDE8}" type="presParOf" srcId="{69D6C1AA-8500-471A-87E6-0C22B6C51775}" destId="{FF9F2F60-D70F-4263-A8CA-EEFF6407F457}" srcOrd="5" destOrd="0" presId="urn:microsoft.com/office/officeart/2005/8/layout/vList2"/>
    <dgm:cxn modelId="{1A1286D7-4A50-40FE-A626-3227493CC4E9}" type="presParOf" srcId="{69D6C1AA-8500-471A-87E6-0C22B6C51775}" destId="{CF13BC6F-93D4-441C-9482-D2A726E1CEC2}" srcOrd="6" destOrd="0" presId="urn:microsoft.com/office/officeart/2005/8/layout/vList2"/>
    <dgm:cxn modelId="{1208B816-4B20-44B6-B4A5-C6328428031F}" type="presParOf" srcId="{69D6C1AA-8500-471A-87E6-0C22B6C51775}" destId="{7E817901-A381-4E1E-8E3B-0563EBFFB03D}" srcOrd="7" destOrd="0" presId="urn:microsoft.com/office/officeart/2005/8/layout/vList2"/>
    <dgm:cxn modelId="{794F89EE-695F-413A-9206-BA2016876AF9}" type="presParOf" srcId="{69D6C1AA-8500-471A-87E6-0C22B6C51775}" destId="{CD637752-E58F-4D64-B61C-7B280D4BF22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6C77EF-2BAC-4323-8058-F394C8145E89}">
      <dsp:nvSpPr>
        <dsp:cNvPr id="0" name=""/>
        <dsp:cNvSpPr/>
      </dsp:nvSpPr>
      <dsp:spPr>
        <a:xfrm>
          <a:off x="0" y="25748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200" kern="1200"/>
            <a:t>Uvod</a:t>
          </a:r>
          <a:endParaRPr lang="en-US" sz="3200" kern="1200"/>
        </a:p>
      </dsp:txBody>
      <dsp:txXfrm>
        <a:off x="38381" y="64129"/>
        <a:ext cx="10438838" cy="709478"/>
      </dsp:txXfrm>
    </dsp:sp>
    <dsp:sp modelId="{F56E24B5-CBC5-4A95-B4E2-0E881E2A7A3C}">
      <dsp:nvSpPr>
        <dsp:cNvPr id="0" name=""/>
        <dsp:cNvSpPr/>
      </dsp:nvSpPr>
      <dsp:spPr>
        <a:xfrm>
          <a:off x="0" y="904148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200" kern="1200"/>
            <a:t>Postojeća rješenja</a:t>
          </a:r>
          <a:endParaRPr lang="en-US" sz="3200" kern="1200"/>
        </a:p>
      </dsp:txBody>
      <dsp:txXfrm>
        <a:off x="38381" y="942529"/>
        <a:ext cx="10438838" cy="709478"/>
      </dsp:txXfrm>
    </dsp:sp>
    <dsp:sp modelId="{88A258C9-5D52-4141-9877-742CD7BF6AFD}">
      <dsp:nvSpPr>
        <dsp:cNvPr id="0" name=""/>
        <dsp:cNvSpPr/>
      </dsp:nvSpPr>
      <dsp:spPr>
        <a:xfrm>
          <a:off x="0" y="17825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200" kern="1200"/>
            <a:t>Implementacija</a:t>
          </a:r>
          <a:endParaRPr lang="en-US" sz="3200" kern="1200"/>
        </a:p>
      </dsp:txBody>
      <dsp:txXfrm>
        <a:off x="38381" y="1820930"/>
        <a:ext cx="10438838" cy="709478"/>
      </dsp:txXfrm>
    </dsp:sp>
    <dsp:sp modelId="{CF13BC6F-93D4-441C-9482-D2A726E1CEC2}">
      <dsp:nvSpPr>
        <dsp:cNvPr id="0" name=""/>
        <dsp:cNvSpPr/>
      </dsp:nvSpPr>
      <dsp:spPr>
        <a:xfrm>
          <a:off x="0" y="26609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200" kern="1200"/>
            <a:t>Rezultati</a:t>
          </a:r>
          <a:endParaRPr lang="en-US" sz="3200" kern="1200"/>
        </a:p>
      </dsp:txBody>
      <dsp:txXfrm>
        <a:off x="38381" y="2699330"/>
        <a:ext cx="10438838" cy="709478"/>
      </dsp:txXfrm>
    </dsp:sp>
    <dsp:sp modelId="{CD637752-E58F-4D64-B61C-7B280D4BF225}">
      <dsp:nvSpPr>
        <dsp:cNvPr id="0" name=""/>
        <dsp:cNvSpPr/>
      </dsp:nvSpPr>
      <dsp:spPr>
        <a:xfrm>
          <a:off x="0" y="35393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200" kern="1200"/>
            <a:t>Zaključak</a:t>
          </a:r>
          <a:endParaRPr lang="en-US" sz="3200" kern="1200"/>
        </a:p>
      </dsp:txBody>
      <dsp:txXfrm>
        <a:off x="38381" y="3577730"/>
        <a:ext cx="10438838" cy="7094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C8E5D-0AE3-888A-D937-9991F492E5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BF283-D73E-5357-F37E-C1EAA6586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AC631-5DE1-AA94-C4FF-82F75211C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C52AB-C1FD-4915-A054-039FDE63CD91}" type="datetimeFigureOut">
              <a:rPr lang="hr-HR" smtClean="0"/>
              <a:t>27.3.2026.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4E14D-7E3E-EB74-1C01-E1707F1D4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5BB20-FB2E-8F0E-D7C5-E6D47D82C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18D-45D1-4B59-BBE7-7F90FBA60AC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88598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BB8F0-73FE-D967-6126-F16545AEB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E68DC-2ABA-BBBC-A470-CD78AB956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EC034-049A-7CCF-A5D2-E526AFD13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C52AB-C1FD-4915-A054-039FDE63CD91}" type="datetimeFigureOut">
              <a:rPr lang="hr-HR" smtClean="0"/>
              <a:t>27.3.2026.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408D0-3E39-D543-D156-DA4DC8EB8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6194E-E4F8-834F-ABF7-BC300626A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18D-45D1-4B59-BBE7-7F90FBA60AC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19989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F039-BD79-EFD8-6A51-189E479A8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B7323-9640-FD76-3445-486BE1171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33366-5EFD-6944-CB71-F4C0868A3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C52AB-C1FD-4915-A054-039FDE63CD91}" type="datetimeFigureOut">
              <a:rPr lang="hr-HR" smtClean="0"/>
              <a:t>27.3.2026.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5C30B-2FF9-94F9-254A-F70C2B250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3341E-BA78-A72D-E1F9-9BE33D66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18D-45D1-4B59-BBE7-7F90FBA60AC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81545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49763-4F88-2029-CBA4-D000B57CD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ED23C-6359-26A4-06B9-AD7A6528EE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D48768-E3D8-E5C6-1AD5-D89039C49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FF099C-AC1F-5A7C-DFA7-8A2651AE5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C52AB-C1FD-4915-A054-039FDE63CD91}" type="datetimeFigureOut">
              <a:rPr lang="hr-HR" smtClean="0"/>
              <a:t>27.3.2026.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F4C1B-AC7D-B158-76B8-E9EDD6CF2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7EBC0D-7487-3536-C95E-57CE75E4C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18D-45D1-4B59-BBE7-7F90FBA60AC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14902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64902-757A-FAF2-9D17-A3EB93C4B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789BE-E676-6B3C-B1A3-D5DD229B1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335B6-4607-B120-9003-4F047FEBB9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4A9210-4A55-B99B-11C7-474D37C9D4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F70B26-118E-2372-89C5-B1C7981DF3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D03C4E-827B-8E25-2D60-ABDB93134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C52AB-C1FD-4915-A054-039FDE63CD91}" type="datetimeFigureOut">
              <a:rPr lang="hr-HR" smtClean="0"/>
              <a:t>27.3.2026.</a:t>
            </a:fld>
            <a:endParaRPr lang="hr-H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167358-7CEE-565C-BC66-9817FC2B5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B74952-49E0-4610-D12E-1B896A7C3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18D-45D1-4B59-BBE7-7F90FBA60AC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72331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AD44-38A2-CADE-E350-3014B67E2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77BDA5-B6EC-B2AB-9A90-5F4DBADB5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C52AB-C1FD-4915-A054-039FDE63CD91}" type="datetimeFigureOut">
              <a:rPr lang="hr-HR" smtClean="0"/>
              <a:t>27.3.2026.</a:t>
            </a:fld>
            <a:endParaRPr lang="hr-H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1AE232-846A-4170-60D1-622BB7095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464E4F-5823-9A15-BA00-7CA693CDE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18D-45D1-4B59-BBE7-7F90FBA60AC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4037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B51BDC-2A14-A1AD-EB5B-E7ADC6086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C52AB-C1FD-4915-A054-039FDE63CD91}" type="datetimeFigureOut">
              <a:rPr lang="hr-HR" smtClean="0"/>
              <a:t>27.3.2026.</a:t>
            </a:fld>
            <a:endParaRPr lang="hr-H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9BC7AA-D5BE-FBAC-6D8F-8848A71D4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303A5-F1D2-0F74-0361-73EE12CA2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18D-45D1-4B59-BBE7-7F90FBA60AC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86439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67E57-54F6-B7C0-6966-FCBC9A009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D001E-69DD-38B5-60C0-0A12E5B4D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26A592-0872-DC18-A1BE-E26BAE18C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D253D-9B6E-B0FB-503F-25560D965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C52AB-C1FD-4915-A054-039FDE63CD91}" type="datetimeFigureOut">
              <a:rPr lang="hr-HR" smtClean="0"/>
              <a:t>27.3.2026.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2B2C3F-A183-B7C1-CE4A-38CD98027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910B7-A59B-1307-CA0F-097007119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18D-45D1-4B59-BBE7-7F90FBA60AC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21429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BA589-03D5-DBD7-6266-45CC1F041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19A669-7B35-6E18-1EC6-EDE80D65CA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D8B916-216D-AC83-BDB3-4966308A25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08CAFC-51E2-3CE2-1B35-E1DB263D9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C52AB-C1FD-4915-A054-039FDE63CD91}" type="datetimeFigureOut">
              <a:rPr lang="hr-HR" smtClean="0"/>
              <a:t>27.3.2026.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AB868A-B16A-80C3-3A1C-B6980C75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981CF-9ABB-8258-C0C8-65112D125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18D-45D1-4B59-BBE7-7F90FBA60AC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52005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AA968-4875-6D05-31E1-B59030C65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2C54F3-8136-00D3-265A-A6D8C6C96F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7922B-48A0-F985-6B39-E0A9F6553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C52AB-C1FD-4915-A054-039FDE63CD91}" type="datetimeFigureOut">
              <a:rPr lang="hr-HR" smtClean="0"/>
              <a:t>27.3.2026.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9B79B-08CD-AB8B-35D4-7BC3FD2B8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D9AAE-C8E6-BE97-B61A-FFAE78899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18D-45D1-4B59-BBE7-7F90FBA60AC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92832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EE1E03-F07D-6C2B-8868-E458E5B8BF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08D7D1-1D93-5E9E-230C-D1A13331F7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7E645-C691-7F7A-7837-0AF4C8830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C52AB-C1FD-4915-A054-039FDE63CD91}" type="datetimeFigureOut">
              <a:rPr lang="hr-HR" smtClean="0"/>
              <a:t>27.3.2026.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3D754-CBEA-9902-1B53-490BD4F3C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00655-3749-D52C-DF86-8C7B831C2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AA18D-45D1-4B59-BBE7-7F90FBA60AC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61654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739557-6A17-CC6A-D510-AD9E5DEC6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E78D2-EC7B-83A8-26DA-8036D4F1A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645DA-74A9-2AAC-C15C-0F79BE3FAD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1C52AB-C1FD-4915-A054-039FDE63CD91}" type="datetimeFigureOut">
              <a:rPr lang="hr-HR" smtClean="0"/>
              <a:t>27.3.2026.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86AB9-102D-7111-36D4-D151D8A400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949DC-7CBC-4DA7-BCED-433028E75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2AA18D-45D1-4B59-BBE7-7F90FBA60AC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369169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D61F8F-7E49-8466-A78F-C0C8C1EFF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hr-HR" sz="5500" b="1"/>
              <a:t>KODIRANJE SLIKE KAO ZVUKA (SPEKTROGRAM) I POVRATNO DEKODIRANJE</a:t>
            </a:r>
            <a:br>
              <a:rPr lang="hr-HR" sz="5500" b="1"/>
            </a:br>
            <a:endParaRPr lang="hr-HR" sz="55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9F5BD9-8142-7363-51D1-D89D4DD2B3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hr-HR" dirty="0"/>
              <a:t>OSIRV, Juraj </a:t>
            </a:r>
            <a:r>
              <a:rPr lang="hr-HR" dirty="0" err="1"/>
              <a:t>Birović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213773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4F4F4-575B-3005-A68F-C55E74BA6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Pregled</a:t>
            </a:r>
            <a:endParaRPr lang="hr-HR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3DE9AD74-C70A-69CB-1BDD-C44ED84521B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5912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AA3D1-5555-25C5-9554-80BB4AA3C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hr-HR" sz="4000"/>
              <a:t>Uvod</a:t>
            </a: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49A535A-DC3D-0899-6E81-802A79DDB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5" r="11156" b="-4"/>
          <a:stretch>
            <a:fillRect/>
          </a:stretch>
        </p:blipFill>
        <p:spPr bwMode="auto">
          <a:xfrm>
            <a:off x="2878348" y="2353666"/>
            <a:ext cx="6435304" cy="3955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9318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6" name="Rectangle 2065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D24776-5538-EDB9-7CAA-19268B678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09" y="679731"/>
            <a:ext cx="4171994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Postojeća rješenja</a:t>
            </a:r>
            <a:b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6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068" name="Group 2067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2069" name="Straight Connector 2068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0" name="Rectangle 2069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72" name="Rectangle 2071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7780CEAF-5D08-39F2-8264-E390556D3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7788" y="315322"/>
            <a:ext cx="6116779" cy="6116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8085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5A95B-8388-9175-3AD6-FDF7D80A5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Implementacija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DB3881-F261-552C-4A8A-59C3065990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6551" y="189064"/>
            <a:ext cx="1636166" cy="647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298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18892-5A7D-C437-84BB-75FF83387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Rezultati</a:t>
            </a:r>
            <a:endParaRPr lang="hr-HR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4076EB3F-2D86-1D93-9FB3-96A24D8373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18" y="1909268"/>
            <a:ext cx="4749834" cy="36429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E991594-8FF6-0CDD-6383-6B4E04DA9A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2489" y="1496587"/>
            <a:ext cx="5264150" cy="469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260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EBEEE-1A63-2A12-1F13-7E2D78DC0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15BDD-DD97-CADD-F3F4-58ED72109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Rezultati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6F52AB-9CEA-BB9B-5586-1D4949FC26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05" y="1690688"/>
            <a:ext cx="4351338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D817DA-7102-F153-ACC1-1E0699B6D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653" y="1504157"/>
            <a:ext cx="526415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519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06B90-8FD3-4030-A898-A789297C0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12" y="217050"/>
            <a:ext cx="10515600" cy="1325563"/>
          </a:xfrm>
        </p:spPr>
        <p:txBody>
          <a:bodyPr/>
          <a:lstStyle/>
          <a:p>
            <a:r>
              <a:rPr lang="hr-HR" dirty="0"/>
              <a:t>Zaključak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852E7-36EF-457A-A5CC-AD063AF1D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212" y="1542613"/>
            <a:ext cx="11433490" cy="5011749"/>
          </a:xfrm>
        </p:spPr>
        <p:txBody>
          <a:bodyPr>
            <a:normAutofit/>
          </a:bodyPr>
          <a:lstStyle/>
          <a:p>
            <a:r>
              <a:rPr lang="hr-HR" sz="3200" dirty="0"/>
              <a:t>Implementiran postupak slika (</a:t>
            </a:r>
            <a:r>
              <a:rPr lang="hr-HR" sz="3200" dirty="0" err="1"/>
              <a:t>grayscale</a:t>
            </a:r>
            <a:r>
              <a:rPr lang="hr-HR" sz="3200" dirty="0"/>
              <a:t>) → zvuk interpretacijom slike kao amplitudnog spektrograma te rekonstrukcijom pomoću </a:t>
            </a:r>
            <a:r>
              <a:rPr lang="hr-HR" sz="3200" dirty="0" err="1"/>
              <a:t>Griffin</a:t>
            </a:r>
            <a:r>
              <a:rPr lang="hr-HR" sz="3200" dirty="0"/>
              <a:t>–Lim.</a:t>
            </a:r>
          </a:p>
          <a:p>
            <a:r>
              <a:rPr lang="hr-HR" sz="3200" dirty="0"/>
              <a:t>Na 5 slika postignuta je visoka sličnost rekonstruiranog spektrograma s ulazom (PSNR ≈ 38.98 dB, SSIM ≈ 0.982).</a:t>
            </a:r>
          </a:p>
          <a:p>
            <a:r>
              <a:rPr lang="hr-HR" sz="3200" dirty="0"/>
              <a:t>Ograničenje: gubitak detalja i pojava artefakta te rezultat ovisi o STFT parametrima i broju iteracija.</a:t>
            </a:r>
          </a:p>
          <a:p>
            <a:r>
              <a:rPr lang="hr-HR" sz="3200" dirty="0"/>
              <a:t>Daljnji rad: naprednije fazne metode i adaptivno podešavanje parametara, te usporedba s </a:t>
            </a:r>
            <a:r>
              <a:rPr lang="hr-HR" sz="3200" dirty="0" err="1"/>
              <a:t>learning-based</a:t>
            </a:r>
            <a:r>
              <a:rPr lang="hr-HR" sz="3200" dirty="0"/>
              <a:t> pristupima.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83711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F92558-936B-E49C-988B-91A96C86D2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4683"/>
            <a:ext cx="9144000" cy="2551829"/>
          </a:xfrm>
        </p:spPr>
        <p:txBody>
          <a:bodyPr anchor="ctr">
            <a:normAutofit/>
          </a:bodyPr>
          <a:lstStyle/>
          <a:p>
            <a:r>
              <a:rPr lang="hr-HR" sz="6600"/>
              <a:t>Hvala na pažnji!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CC52D2-9F46-D910-CD5D-E510FE1B6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78712"/>
            <a:ext cx="9144000" cy="1182135"/>
          </a:xfrm>
        </p:spPr>
        <p:txBody>
          <a:bodyPr anchor="ctr">
            <a:normAutofit/>
          </a:bodyPr>
          <a:lstStyle/>
          <a:p>
            <a:r>
              <a:rPr lang="hr-HR" sz="2800" dirty="0"/>
              <a:t>OSIRV, Juraj </a:t>
            </a:r>
            <a:r>
              <a:rPr lang="hr-HR" sz="2800" dirty="0" err="1"/>
              <a:t>Birović</a:t>
            </a:r>
            <a:endParaRPr lang="hr-HR" sz="2800" dirty="0"/>
          </a:p>
        </p:txBody>
      </p:sp>
    </p:spTree>
    <p:extLst>
      <p:ext uri="{BB962C8B-B14F-4D97-AF65-F5344CB8AC3E}">
        <p14:creationId xmlns:p14="http://schemas.microsoft.com/office/powerpoint/2010/main" val="1811055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113</Words>
  <Application>Microsoft Office PowerPoint</Application>
  <PresentationFormat>Widescreen</PresentationFormat>
  <Paragraphs>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KODIRANJE SLIKE KAO ZVUKA (SPEKTROGRAM) I POVRATNO DEKODIRANJE </vt:lpstr>
      <vt:lpstr>Pregled</vt:lpstr>
      <vt:lpstr>Uvod</vt:lpstr>
      <vt:lpstr>Postojeća rješenja </vt:lpstr>
      <vt:lpstr>Implementacija</vt:lpstr>
      <vt:lpstr>Rezultati</vt:lpstr>
      <vt:lpstr>Rezultati</vt:lpstr>
      <vt:lpstr>Zaključak</vt:lpstr>
      <vt:lpstr>Hvala na pažnji!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 Lightning</dc:creator>
  <cp:lastModifiedBy>Max Lightning</cp:lastModifiedBy>
  <cp:revision>4</cp:revision>
  <dcterms:created xsi:type="dcterms:W3CDTF">2026-03-27T13:15:42Z</dcterms:created>
  <dcterms:modified xsi:type="dcterms:W3CDTF">2026-03-27T14:09:34Z</dcterms:modified>
</cp:coreProperties>
</file>